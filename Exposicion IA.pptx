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68" r:id="rId12"/>
    <p:sldId id="280" r:id="rId13"/>
    <p:sldId id="281" r:id="rId14"/>
    <p:sldId id="279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7" d="100"/>
          <a:sy n="57" d="100"/>
        </p:scale>
        <p:origin x="126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BBDCF-AD37-4C28-BD19-1A337F96019E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D9A58-7EAD-403A-89A9-D4FB218E37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102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6D9A58-7EAD-403A-89A9-D4FB218E37E5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8037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6D9A58-7EAD-403A-89A9-D4FB218E37E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8756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8628A-A4FE-E2AE-4347-C57A7D3C7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3B410A-12FE-E7D1-5CA9-2295D32CC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71E587-B7C0-AD29-6A37-3DF1CABB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95F166-0ACB-79A9-67F1-19BB32150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E8F63C-D07B-FB3E-D8F9-1FF41AB7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088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63F04-EE08-E544-9D5D-A5A1E4FE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030499-AB1B-A0DA-BF85-A458F343B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8C8BEB-EBFC-1D64-C6C2-BE4EFF64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F51A0C-1030-1480-A724-D041BBB3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FB26AD-7ABD-E08E-62F8-3036409B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736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502AB-59D1-281B-7A4C-1313853C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273BDC-A141-EB3A-B880-827A3142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7BD867-DBDA-CB0A-4B1E-3D6816BB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2BAAEE-2012-A5B2-07FE-4F29D9350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30BEFF-F3AA-5312-5140-1DEA6E3B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011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6C38-9956-C8EE-E8ED-7B75E5F8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84AA3E-BB10-B207-91A4-0738895C4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35FED0-232A-0DB5-3A5C-70EE1485C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CCB11F-7030-D6B1-081C-4B3D9473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8DA5F5-3825-09A5-F911-B85C41A00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D3717C-335C-210A-F1C8-6D25A181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7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CB4E4-4F04-5E28-3CA7-B34AC1D9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07B5C-BBFD-F44B-0B5A-8B5920667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63F3C0-A25C-64FC-79AB-B546B6328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1D5709-A1F7-E147-FEDD-443B11E13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E5A381-7DCD-9CB0-4C09-6D2DA2858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5FFFDAC-5645-C5D2-29F3-543036C5D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82ED0E-BB38-6142-B8FD-78119BCF1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B982322-F59B-BF4D-7CE7-E8E8301D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39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3A289-794C-8908-F136-91697131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5B369B-0DF5-CCB2-F77F-38342B3E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45E862-AADD-6888-589B-0C4787CB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B582330-7C71-E99F-C950-5DAAE0EE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9121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579C5E9-4E23-E617-F330-45665B44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5C18C4-F6B3-0172-CCBA-0F3AD47A4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F51342-0CC6-4178-2F82-04D8FE61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939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BCADA-C2EA-6235-7C45-98342D2A4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478904-E2DE-3FF2-B488-BBA766AE8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67C603-B1B5-F004-C6E3-23F40FD4F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DFFF57-A3B6-8D89-EC4C-B0AACBE3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310A8E-B7A6-2C53-3587-DB3995FEC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CB0F23-3121-58D4-66E0-3593C803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094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DC926-8DB7-D906-CBED-B3648501E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73FC11-4F2A-1A8C-102D-1095DB332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453BDE-5669-0795-29CC-5273FDFFD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80A7C7-526F-76F2-532D-67F9112C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B42B9D-5E38-AAD8-2257-471B72C1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67C766-2496-7B17-86E8-7D23F95F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994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B70B5-F419-7C9D-13FA-76EACE93B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DD0169-CBC3-019F-423F-0B76C524E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0D4AB4-389C-0B41-D044-DCB786D7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9BC65C-A556-F072-491A-18B8F37F3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E5B11A-9F64-D5C6-263E-77EC2334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688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DE0D3D-9286-C969-90CA-8A21A557EB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94ACE7-0E9C-D239-57E2-51F544B83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B0D7C0-84A1-5B7E-C121-3DB9587B7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8F85E3-B4B2-9D2C-D6F7-A4AEEFAD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0D7943-7079-D9CF-2CE5-A9E6474E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492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4CDD8C-01CE-D5AC-3C58-D0842AE9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DAC82D-E9A6-BF11-301C-1EB2CA049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D1F438-219C-2AA9-AFE1-64FD15883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8378E-9DAB-49A6-81D1-EFC945D50DC6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A4DD5A-5DB0-0994-5D68-C5F7C7AE2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2D8C92-7A5D-B713-227D-9E67B4C61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3C1F0-795C-45CF-99A6-CC005DC0A8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6325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AC56C-6058-DBAA-5472-F20AFC2C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2CA33C-D2F0-AC1F-F77F-D1758F575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2011892"/>
            <a:ext cx="10515600" cy="4351338"/>
          </a:xfrm>
        </p:spPr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E2B4A4-BDFC-B24C-5348-5D7B0B3C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5"/>
            <a:ext cx="12206425" cy="684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5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9254E-F476-3E7A-402D-3B8E3780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1EEF55-08C2-ECC4-DE71-6708103D9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0DF809-53E9-03D3-2944-BE3702236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3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F0E31-0FD4-AE48-F21F-2403922A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677F5D-2736-C4E7-5640-7531D4189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E80DF9-946D-C001-F525-C07DCBA7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7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D4FC0-E4DC-4879-D098-6EF8211A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9A5119-5BDE-B287-7AB8-31D8B9CF7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70852B-1A84-6AA8-AF07-0FC1C7A35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7"/>
            <a:ext cx="12192000" cy="685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7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BEB85-1BBC-DBEA-BAA5-52D76AD3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04E03-C6BD-7A72-8126-AA4A7627B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7EBA3A-1D5F-D01B-6B1E-97825666B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53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0F320-E677-DDD6-7880-5BEDDF64A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36B642-049B-6059-76E0-D5FE3D650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213BF9-5DD6-2744-6A32-C95491EEF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8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C6C6B-7083-C162-713A-A0D5BF61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BDED43-B039-E190-43B6-08BCF1F8D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7AF921-65E4-905C-A768-487FAA3D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" y="0"/>
            <a:ext cx="12187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1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B2F05-2501-E8F7-6938-915D2591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D6079-D32C-FED1-03FB-23921F510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39E98D-0132-FC73-69C7-01F3C5D7A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11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908A7-CB48-1AEA-5189-7B782E79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F37206-716C-0274-EF91-E58B155DA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939FBD-C921-F82B-0D5D-8A65FAA01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4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91B0B9-B5FF-E5E7-E6C4-1130032F0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9BB09E-69CF-7EC9-FEF6-BE275933B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E09B21-2D40-91CC-0BC1-899FDEE1A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2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16AB7-2F14-17DC-FB59-D694A8B3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5C300-28C1-3E66-513B-3FBDAF12F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E4051C8-0E29-7CC5-3348-6FA5BE94A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7" y="266258"/>
            <a:ext cx="12107965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91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9871D-79D2-51A0-DAFC-AB57A2C7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3DE66B-3B8D-D688-5394-137521223A9F}"/>
              </a:ext>
            </a:extLst>
          </p:cNvPr>
          <p:cNvSpPr txBox="1"/>
          <p:nvPr/>
        </p:nvSpPr>
        <p:spPr>
          <a:xfrm>
            <a:off x="1405466" y="112991"/>
            <a:ext cx="9012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0" dirty="0">
                <a:solidFill>
                  <a:srgbClr val="2E2E2E"/>
                </a:solidFill>
                <a:effectLst/>
                <a:highlight>
                  <a:srgbClr val="FFFF00"/>
                </a:highlight>
                <a:latin typeface="helvetica" panose="020B0604020202020204" pitchFamily="34" charset="0"/>
              </a:rPr>
              <a:t>Paralelos entre los sistemas de IA y los modelos neuronales de comportamiento</a:t>
            </a:r>
            <a:endParaRPr lang="es-MX" dirty="0">
              <a:highlight>
                <a:srgbClr val="FFFF00"/>
              </a:highlight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C52872-7D37-868F-A63F-09B012C6B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486"/>
            <a:ext cx="12192000" cy="638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75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51BC55D-AC8D-15D8-6FCB-57CB46E16562}"/>
              </a:ext>
            </a:extLst>
          </p:cNvPr>
          <p:cNvSpPr txBox="1"/>
          <p:nvPr/>
        </p:nvSpPr>
        <p:spPr>
          <a:xfrm>
            <a:off x="1566333" y="0"/>
            <a:ext cx="886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MX" b="1" i="0" dirty="0">
                <a:solidFill>
                  <a:srgbClr val="2E2E2E"/>
                </a:solidFill>
                <a:effectLst/>
                <a:highlight>
                  <a:srgbClr val="FFFF00"/>
                </a:highlight>
                <a:latin typeface="helvetica" panose="020B0604020202020204" pitchFamily="34" charset="0"/>
              </a:rPr>
              <a:t>Ejemplos de sistemas de IA recientes que se han inspirado en la neurociencia</a:t>
            </a:r>
          </a:p>
          <a:p>
            <a:pPr>
              <a:buNone/>
            </a:pPr>
            <a:br>
              <a:rPr lang="es-MX" b="0" i="0" dirty="0">
                <a:solidFill>
                  <a:srgbClr val="2E2E2E"/>
                </a:solidFill>
                <a:effectLst/>
                <a:latin typeface="helvetica" panose="020B0604020202020204" pitchFamily="34" charset="0"/>
              </a:rPr>
            </a:b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538A7F-6830-8AD2-D676-F4562CEE0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97" y="326198"/>
            <a:ext cx="12069803" cy="653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9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7A25D-5458-2B4A-318D-2C3DBD4A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ARICULOS CITADOS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097D5C-7129-4C52-1B7E-BAFDCA35F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1.-</a:t>
            </a:r>
            <a:r>
              <a:rPr lang="en-US" dirty="0"/>
              <a:t>"The Emerging Field of NeuroAI" – Nature Reviews Neuroscience</a:t>
            </a:r>
            <a:br>
              <a:rPr lang="en-US" dirty="0"/>
            </a:br>
            <a:r>
              <a:rPr lang="en-US" dirty="0"/>
              <a:t>-DOI:10.1038/s41583-025-00954-x</a:t>
            </a:r>
            <a:br>
              <a:rPr lang="en-US" dirty="0"/>
            </a:br>
            <a:r>
              <a:rPr lang="en-US" dirty="0" err="1"/>
              <a:t>Publicacion</a:t>
            </a:r>
            <a:r>
              <a:rPr lang="en-US" dirty="0"/>
              <a:t>:</a:t>
            </a:r>
            <a:r>
              <a:rPr lang="pt-BR" dirty="0"/>
              <a:t>07 de agosto de 2025</a:t>
            </a:r>
            <a:br>
              <a:rPr lang="en-US" dirty="0"/>
            </a:br>
            <a:endParaRPr lang="en-US" dirty="0"/>
          </a:p>
          <a:p>
            <a:r>
              <a:rPr lang="en-US" dirty="0"/>
              <a:t>2.-</a:t>
            </a:r>
            <a:r>
              <a:rPr lang="es-MX" dirty="0" err="1"/>
              <a:t>Neuroscience-Inspired</a:t>
            </a:r>
            <a:r>
              <a:rPr lang="es-MX" dirty="0"/>
              <a:t> Artificial </a:t>
            </a:r>
            <a:r>
              <a:rPr lang="es-MX" dirty="0" err="1"/>
              <a:t>Intelligence</a:t>
            </a:r>
            <a:endParaRPr lang="en-US" dirty="0"/>
          </a:p>
          <a:p>
            <a:pPr marL="0" indent="0">
              <a:buNone/>
            </a:pPr>
            <a:r>
              <a:rPr lang="es-MX" dirty="0"/>
              <a:t>-DOI:10.1016/j.neuron.2017.06.011</a:t>
            </a:r>
            <a:br>
              <a:rPr lang="es-MX" dirty="0"/>
            </a:br>
            <a:r>
              <a:rPr lang="es-MX" dirty="0"/>
              <a:t>puclicacion:19 de Julio de 2017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7743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82</Words>
  <Application>Microsoft Office PowerPoint</Application>
  <PresentationFormat>Panorámica</PresentationFormat>
  <Paragraphs>9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helvetica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ARICULOS CITADOS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HILARIO GALLEGOS RAMIREZ</dc:creator>
  <cp:lastModifiedBy>HILARIO GALLEGOS RAMIREZ</cp:lastModifiedBy>
  <cp:revision>1</cp:revision>
  <dcterms:created xsi:type="dcterms:W3CDTF">2025-11-20T00:59:19Z</dcterms:created>
  <dcterms:modified xsi:type="dcterms:W3CDTF">2025-11-20T01:54:59Z</dcterms:modified>
</cp:coreProperties>
</file>